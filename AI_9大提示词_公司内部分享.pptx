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9大提示词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掌握高效对话的黄金法则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公司内部分享  · 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复述确认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对齐理解，防止偏差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77640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展示思路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提前判断，及时纠偏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反向提问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澄清需求，精准定位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2496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结合场景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贴近实际，拒绝空泛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331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2468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7640" y="2496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结构输出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290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清晰易读，层次分明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0840" y="2496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注明来源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722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追根溯源，可信可查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3444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落地执行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拒绝空谈，只讲实操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35661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29000" y="3703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7764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先看摘要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4290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快速把握，按需深入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5661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3703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084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查漏补缺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722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全面思考，不留盲区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复述确认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对齐理解，防止偏差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3108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「回答前，先复述一下我的问题，确认你理解。」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为什么重要？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在回答前先复述问题，确保双方理解一致。有效防止答非所问，从第一步就对齐沟通频道。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适用于复杂、模糊或多步骤的提问场景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展示思路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提前判断，及时纠偏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「先说说你的解题思路和分析框架。」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在给出结论前先展示思维过程。你可以提前判断其逻辑是否正确，在跑偏前及时纠正方向。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适用于数据分析、方案设计、逻辑推理等场景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反向提问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澄清需求，精准定位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「你先问我三个关键问题，以便更精准地理解我的需求。」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主动提问来澄清模糊点，而非凭空猜测。帮助你理清真实需求，使对话更聚焦、更高效。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适用于需求不明确、目标模糊的探索性场景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结合场景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贴近实际，拒绝空泛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3108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「回答时，请结合我提到的业务场景。」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为什么重要？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AI 将回答与你的具体场景相结合。避免通用理论，获得更具针对性和可操作性的建议。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适用于业务咨询、方案定制、个性化建议等场景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结构输出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清晰易读，层次分明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「请用分点加小标题的方式输出答案。」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AI 按结构化格式组织内容。合理使用标题、层级和要点，让信息一目了然，便于后续使用。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适用于报告撰写、知识整理、方案展示等场景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注明来源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追根溯源，可信可查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「结论后，请注明信息来源或数据引用。」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为每个结论附上出处，有效减少「一本正经胡说八道」。便于验证信息的准确性和权威性。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需引用数据、统计、研究结果或对外交付的场景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落地执行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拒绝空谈，只讲实操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3108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「请给我一个能直接落地的执行方案和具体步骤。」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为什么重要？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AI 将建议转化为可执行的行动步骤。明确时间节点和预期结果，确保方案可追踪、可落地。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适用于制定计划、项目管理、流程优化等场景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先看摘要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快速把握，按需深入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关键指令</a:t>
            </a:r>
            <a:endParaRPr lang="en-US" sz="1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「先出一个简短摘要，再展开全文。」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先给出核心要点，帮你快速判断内容价值。高效筛选信息，决定是否需要进一步深入了解。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24612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383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阅读长文、分析报告、调研材料等信息密集型场景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查漏补缺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全面思考，不留盲区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「最后请检查一下可能遗漏的关键点。」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 AI 从多角度审视答案的完整性。帮助发现隐藏问题、边界情况和潜在的优化空间。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方案评审、风险排查、质量检查等关键环节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8288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掌握提示词技巧，让 AI 成为你的得力助手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86200" y="329184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9大提示词  ·  公司内部分享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9大提示词 - 公司内部分享</dc:title>
  <dc:subject>PptxGenJS Presentation</dc:subject>
  <dc:creator>AI 提示词技巧分享</dc:creator>
  <cp:lastModifiedBy>AI 提示词技巧分享</cp:lastModifiedBy>
  <cp:revision>1</cp:revision>
  <dcterms:created xsi:type="dcterms:W3CDTF">2026-05-21T13:11:56Z</dcterms:created>
  <dcterms:modified xsi:type="dcterms:W3CDTF">2026-05-21T13:11:56Z</dcterms:modified>
</cp:coreProperties>
</file>